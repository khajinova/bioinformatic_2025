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31" d="100"/>
          <a:sy n="131" d="100"/>
        </p:scale>
        <p:origin x="3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678FF-9A17-46C5-A033-884553680AD0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D9993-FBDE-4949-84FC-177F4C0A47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7701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678FF-9A17-46C5-A033-884553680AD0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D9993-FBDE-4949-84FC-177F4C0A47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6013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678FF-9A17-46C5-A033-884553680AD0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D9993-FBDE-4949-84FC-177F4C0A47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9346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678FF-9A17-46C5-A033-884553680AD0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D9993-FBDE-4949-84FC-177F4C0A47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943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678FF-9A17-46C5-A033-884553680AD0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D9993-FBDE-4949-84FC-177F4C0A47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2426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678FF-9A17-46C5-A033-884553680AD0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D9993-FBDE-4949-84FC-177F4C0A47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122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678FF-9A17-46C5-A033-884553680AD0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D9993-FBDE-4949-84FC-177F4C0A47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0788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678FF-9A17-46C5-A033-884553680AD0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D9993-FBDE-4949-84FC-177F4C0A47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5615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678FF-9A17-46C5-A033-884553680AD0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D9993-FBDE-4949-84FC-177F4C0A47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8876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678FF-9A17-46C5-A033-884553680AD0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D9993-FBDE-4949-84FC-177F4C0A47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1544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678FF-9A17-46C5-A033-884553680AD0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D9993-FBDE-4949-84FC-177F4C0A47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9350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A678FF-9A17-46C5-A033-884553680AD0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D9993-FBDE-4949-84FC-177F4C0A47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3302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image" Target="../media/image10.jpeg"/><Relationship Id="rId7" Type="http://schemas.openxmlformats.org/officeDocument/2006/relationships/image" Target="../media/image14.jp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Relationship Id="rId9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341" y="1034166"/>
            <a:ext cx="4884306" cy="481030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4062" y="1034166"/>
            <a:ext cx="4943305" cy="48684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35E759-BA92-F342-9643-59A7A1BBE835}"/>
              </a:ext>
            </a:extLst>
          </p:cNvPr>
          <p:cNvSpPr txBox="1"/>
          <p:nvPr/>
        </p:nvSpPr>
        <p:spPr>
          <a:xfrm>
            <a:off x="778213" y="583660"/>
            <a:ext cx="1922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1800" b="1" i="0" u="none" strike="noStrike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5WE3 (</a:t>
            </a:r>
            <a:r>
              <a:rPr lang="en" sz="1800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PaurTx-3)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1728635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6741" y="953091"/>
            <a:ext cx="6565341" cy="4924007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4627" y="1085451"/>
            <a:ext cx="6212379" cy="465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341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36" y="882633"/>
            <a:ext cx="4826524" cy="4753395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7067" y="870928"/>
            <a:ext cx="4838409" cy="476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594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07075"/>
            <a:ext cx="4649273" cy="4578829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9495" y="1107074"/>
            <a:ext cx="4649273" cy="457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666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7889FF0-3E9F-5D4A-8C6B-D53BBA2225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6107" y="124028"/>
            <a:ext cx="4633610" cy="347520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054369F-E5D4-794F-9633-9095E25A44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17" y="124028"/>
            <a:ext cx="4633608" cy="347520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E907F90-D68D-064A-924F-C4DAC06B6E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90" y="3657599"/>
            <a:ext cx="2800394" cy="104328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FF3083C-0D12-674B-B913-9AF50F5554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90" y="4759248"/>
            <a:ext cx="2800394" cy="1210981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87AC437-85AE-6A42-9694-C3DF6A5280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2021" y="3671916"/>
            <a:ext cx="2803699" cy="1028967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CBD6BF70-103D-824B-A6B6-3319DE27CE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426" y="3683083"/>
            <a:ext cx="2911501" cy="1101649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1B08629B-38D6-4942-8F06-5E923EB1CD4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758" y="4868580"/>
            <a:ext cx="2996073" cy="1101649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274C04A5-1F7E-EA43-A072-5A29A3184FA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4994" y="3683082"/>
            <a:ext cx="2456775" cy="1101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94335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4</Words>
  <Application>Microsoft Macintosh PowerPoint</Application>
  <PresentationFormat>Широкоэкранный</PresentationFormat>
  <Paragraphs>1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Roboto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Limonchik</dc:creator>
  <cp:lastModifiedBy>elisaveta.kh@outlook.com</cp:lastModifiedBy>
  <cp:revision>2</cp:revision>
  <dcterms:created xsi:type="dcterms:W3CDTF">2025-11-14T20:37:11Z</dcterms:created>
  <dcterms:modified xsi:type="dcterms:W3CDTF">2025-11-27T16:58:27Z</dcterms:modified>
</cp:coreProperties>
</file>